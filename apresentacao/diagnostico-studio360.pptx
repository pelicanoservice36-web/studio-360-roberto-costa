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Diga que você fez essa análise antes de falar de preço, porque queria entender o negócio dele primeiro. Isso separa você de todos os outros orçamentos do GetNinjas.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elogiando com dado, não com bajulação. Ele precisa sentir que você olhou de verdade. A última frase é a ponte para o resto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slide-chave. Mostre que ele já venceu a parte cara do funil e está perdendo na parte barata de arrumar.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ele só levar uma coisa desta apresentação, que seja esta. É concreto, verificável na hora e ele consegue conferir no celular enquanto você fala.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ele abrir o próprio site no celular durante a conversa e clicar num 'Agende já'. O impacto de ver ao vivo é muito maior do que ouvir.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 a categoria no painel dele durante a reunião — a leitura veio da API pública. Se estiver certa, ótimo; se não, você acabou de achar dinheiro no chão.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você deixa de ser fornecedor de site e vira consultor. Esse insight veio de ler as 63 avaliações — mostre que você leu.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na tela enquanto ele reage. É o momento em que ele mesmo pergunta quanto custa resolver.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 é o que ele mais precisa e o que menos imagina que precisa. Considere entregá-la de brinde ao fechar as fases 2 e 3 — vira gatilho de reciprocidade.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lógico. Nada aqui promete faturamento — promete controle e caminho. Nunca prometa número de alunos.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pedindo apenas a reunião de trinta minutos, não a assinatura. O contrato vem depois do briefing.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234440"/>
            <a:ext cx="3657600" cy="3657600"/>
          </a:xfrm>
          <a:prstGeom prst="ellipse">
            <a:avLst/>
          </a:prstGeom>
          <a:solidFill>
            <a:srgbClr val="0B1220"/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783080"/>
            <a:ext cx="2560320" cy="256032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223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1540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PRESENÇA DIGITAL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360°</a:t>
            </a:r>
            <a:endParaRPr lang="en-US" sz="4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COSTA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sua presença online entrega hoje — e o que está deixando na mesa.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50292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 [Seu nome] · [seu contato]     ·    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tem a parte mais difícil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não se compra e não se acelera. A sua está impecável.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383280" cy="2240280"/>
          </a:xfrm>
          <a:prstGeom prst="roundRect">
            <a:avLst>
              <a:gd name="adj" fmla="val 3673"/>
            </a:avLst>
          </a:prstGeom>
          <a:solidFill>
            <a:srgbClr val="16202F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601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no Google Maps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uma única avaliação negativa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651760"/>
            <a:ext cx="3383280" cy="2240280"/>
          </a:xfrm>
          <a:prstGeom prst="roundRect">
            <a:avLst>
              <a:gd name="adj" fmla="val 3673"/>
            </a:avLst>
          </a:prstGeom>
          <a:solidFill>
            <a:srgbClr val="16202F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66344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de alunos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alto para um studio boutique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651760"/>
            <a:ext cx="3383280" cy="2240280"/>
          </a:xfrm>
          <a:prstGeom prst="roundRect">
            <a:avLst>
              <a:gd name="adj" fmla="val 3673"/>
            </a:avLst>
          </a:prstGeom>
          <a:solidFill>
            <a:srgbClr val="16202F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36676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 com o mesmo aluno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que academia grande não tem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não é reputação. É o caminho entre quem procura você e o seu WhatsApp.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DO CLIENTE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os interessados se perdem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no Google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"personal trainer perto de mim"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82112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93008" y="196596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21608" y="22402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21608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 sua ficha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21608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 · 63 avaliações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0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45936" y="196596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4536" y="224028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657453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74536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 no seu site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74536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antigo, botões sem destino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87968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98864" y="196596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27464" y="224028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942746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427464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 no WhatsApp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27464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quem insistiu chega aqui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primeiros passos você já ganhou.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5230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acontece do terceiro em diante — e é justamente a parte que se conserta em dias, não em anos. Cada pessoa que chega na sua ficha e não vira conversa é um aluno que foi treinar em outro lugar.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CRÍTICO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negócio tem dois endereços na internet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457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GOOGLE MAPS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Madre Emilie de Villeneuve, 509B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Vila Santa Catarina — SP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SEU 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Mascote, 486 sala 24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Vila Mascote — SP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é grave: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Google trata endereços conflitantes como informação não confiável e rebaixa a ficha nas buscas do bairro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gente indo no endereço antigo e desistindo no caminho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conflito aparece nos horários: 4h40 no Google contra 6h no site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rodapé do site ainda marca 2021 — sinaliza negócio parado para quem lê e para o Google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CRÍTICO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botões do site não levam ao WhatsApp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457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botões "Agende já" recarregam a própria página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link de WhatsApp é um ícone pequeno no rodapé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precisa procurar como falar com você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indica qual serviço a pessoa estava vendo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DEVERIA 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WhatsApp fixo na tela, acompanhando a rolagem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com botão próprio abrindo a conversa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já escrita: "quero saber mais sobre a assessoria de corrida"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o lead sabendo o que ele estava lendo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pessoa decidida some em segundos se precisar procurar como falar com você.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CRÍTICO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Google entende do seu negócio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457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3832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03120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ficha aparece classificada em tipos de comércio e alimentos — não como personal trainer ou academia.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4206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fica fora das buscas de maior intenção da região.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3832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103120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Nutrição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30175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no Google diz "e Nutrição" e os alunos citam o plano alimentar. O site não menciona nutrição em nenhum lugar.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4206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existe, vende, e ninguém encontra.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3832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103120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66760" y="30175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Reabilitação, corrida e aplicativo estão no site, mas não estão cadastrados como serviços na ficha do Google.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66760" y="4206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Google não pode te mostrar para quem procura o que você não declarou.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disso custa dinheiro para arrumar. Custa saber onde mexer.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 QUE NINGUÉM VIU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Suas avaliações vendem algo que você não anuncia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16202F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9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 e lesão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relatam bursite de quadril e dor forte resolvidas com treino específico.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16202F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9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Reabilitação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saída de atrofia, encurtamento e obesidade até a normalidade.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16202F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63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Adesão longa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mês de teste virando plano de seis meses. Outro aluno há quatorze anos.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01752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16202F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163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Aparelhos novos, turmas pequenas e atenção individual dentro do grupo.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744200" cy="1234440"/>
          </a:xfrm>
          <a:prstGeom prst="roundRect">
            <a:avLst>
              <a:gd name="adj" fmla="val 6667"/>
            </a:avLst>
          </a:prstGeom>
          <a:solidFill>
            <a:srgbClr val="16202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diferencial real é treinar quem tem dor ou limitação — e isso não aparece em lugar nenhum.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"Personal trainer" você disputa com dezenas de concorrentes num raio de dois quilômetros. "Treino para quem sente dor e não quer parar" você ganha sozinho.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achados, por ordem de impacto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84632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divergente entre Google e site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32720" y="188823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8882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10881360" cy="484632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59152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359152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do site não levam ao WhatsApp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32720" y="246430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0" y="24643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935224"/>
            <a:ext cx="10881360" cy="484632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35224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293522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do Google aparentemente incorreta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332720" y="304038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0" y="30403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511296"/>
            <a:ext cx="10881360" cy="484632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11296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3511296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Nutrição vendida mas ausente do site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332720" y="36164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0" y="36164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087368"/>
            <a:ext cx="10881360" cy="484632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087368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4087368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conflitantes entre as duas fontes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32720" y="419252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0" y="41925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4663440"/>
            <a:ext cx="10881360" cy="484632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663440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08760" y="4663440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avaliações presas dentro do Google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332720" y="476859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0" y="47685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239512"/>
            <a:ext cx="10881360" cy="484632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508760" y="5239512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medição de visitas ou de cliques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332720" y="53446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32720" y="53446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TRABALHO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em três fases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34290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endereço, telefone e horários nas duas pontas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categoria e cadastrar todos os serviços no Google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o site atual e ligar os botões ao WhatsApp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383280" cy="34290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11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2004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de vendas com os seis serviços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 mensagem própria por serviço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dedicada a reabilitação e treino com dor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do Google exibidas na página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34290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011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23047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6676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667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mês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32004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de visitas e de cliques no WhatsApp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de captação de novas avaliações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mensal e manutenção da página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total de entrega: 7 dias úteis · Duas rodadas de revisão incluídas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jeito que está para o jeito que fica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776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Endereço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4760" y="2148840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versões conflitantes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2148840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informação só, em toda parte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862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94760" y="2862072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862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escondido no rodapé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80960" y="2862072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862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clique em qualquer ponto da página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5753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794760" y="3575304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35753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"Oi, quero informação"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80960" y="3575304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35753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saber mais sobre a corrida"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Reputação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94760" y="4288536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42885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avaliações só dentro do Google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4288536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42885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social visível para quem visita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001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794760" y="5001768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5001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Baseada em achismo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680960" y="5001768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5001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Baseada em número de cliques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63240"/>
            <a:ext cx="3017520" cy="301752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22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reputação já está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construída. Falta o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até você.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conversa de trinta minutos para alinhar prioridades e material. A partir daí, sete dias úteis até a página no 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8920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COMEÇAR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48920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nome]  ·  [seu WhatsApp]  ·  [seu e-mail]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Digital — Studio 360° Roberto Costa</dc:title>
  <dc:subject>PptxGenJS Presentation</dc:subject>
  <dc:creator>Diagnóstico Digital</dc:creator>
  <cp:lastModifiedBy>Diagnóstico Digital</cp:lastModifiedBy>
  <cp:revision>1</cp:revision>
  <dcterms:created xsi:type="dcterms:W3CDTF">2026-08-07T19:15:34Z</dcterms:created>
  <dcterms:modified xsi:type="dcterms:W3CDTF">2026-08-07T19:15:34Z</dcterms:modified>
</cp:coreProperties>
</file>